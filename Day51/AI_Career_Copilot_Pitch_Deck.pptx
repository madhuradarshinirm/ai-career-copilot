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CAREER &amp; INTERVIEW COPILOT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resume into a personalized path to interview-ready — for Software Engineer Intern candidates.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|  10-Day 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Prepping for an SDE Internship feels like guesswork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E7E9"/>
            </a:solidFill>
            <a:prstDash val="solid"/>
          </a:ln>
          <a:effectLst>
            <a:outerShdw sx="100000" sy="100000" kx="0" ky="0" algn="bl" rotWithShape="0" blurRad="76200" dist="38100" dir="540000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prep resources don't reflect an individual's actual resume or skill level.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E7E9"/>
            </a:solidFill>
            <a:prstDash val="solid"/>
          </a:ln>
          <a:effectLst>
            <a:outerShdw sx="100000" sy="100000" kx="0" ky="0" algn="bl" rotWithShape="0" blurRad="76200" dist="38100" dir="5400000">
              <a:srgbClr val="1A1A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331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effort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52044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over-study what they already know and under-study their real gaps.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E7E9"/>
            </a:solidFill>
            <a:prstDash val="solid"/>
          </a:ln>
          <a:effectLst>
            <a:outerShdw sx="100000" sy="100000" kx="0" ky="0" algn="bl" rotWithShape="0" blurRad="76200" dist="38100" dir="5400000">
              <a:srgbClr val="1A1A2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331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3017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52044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Practicing alone means no honest signal on how you're actually performing.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&amp; Interview Copilot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candidates chasing their first SDE role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389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students (final year) and fresh graduates
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applying to Software Engineer Intern / entry-level SDE roles
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with web apps, new to structured interview prep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20116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F7F9FA"/>
          </a:solidFill>
          <a:ln w="12700">
            <a:solidFill>
              <a:srgbClr val="E3E7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need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78892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on exactly what to study before the interview
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going in, without needing to schedule a person
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structured feedback on their actual answers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&amp; Interview Copilot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connected journey, not five disconnected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0"/>
            <a:ext cx="20848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24912" y="2743200"/>
            <a:ext cx="182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89504" y="274320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889504" y="2743200"/>
            <a:ext cx="20848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74336" y="2743200"/>
            <a:ext cx="182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38928" y="274320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138928" y="2743200"/>
            <a:ext cx="20848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2743200"/>
            <a:ext cx="182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88352" y="274320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88352" y="2743200"/>
            <a:ext cx="20848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73184" y="2743200"/>
            <a:ext cx="182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637776" y="274320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9637776" y="2743200"/>
            <a:ext cx="20848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66344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feeds the next: gaps identified in the resume analysis directly shape which interview questions the candidate practices.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&amp; Interview Copilot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ships in v1.0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7F9FA"/>
          </a:solidFill>
          <a:ln w="12700">
            <a:solidFill>
              <a:srgbClr val="E3E7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 with a plain-text paste fallback — reliable no matter the resume's formatting.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7F9FA"/>
          </a:solidFill>
          <a:ln w="12700">
            <a:solidFill>
              <a:srgbClr val="E3E7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194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064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Report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7432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compares the resume against SDE Intern expectations and surfaces real strengths and gaps.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7F9FA"/>
          </a:solidFill>
          <a:ln w="12700">
            <a:solidFill>
              <a:srgbClr val="E3E7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194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6968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Prep Plan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27432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prioritized study list generated directly from the candidate's own gaps.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7F9FA"/>
          </a:solidFill>
          <a:ln w="12700">
            <a:solidFill>
              <a:srgbClr val="E3E7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4206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Technical Interview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8006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+ coding-review questions, selected from a tagged bank based on those gaps.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40233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7F9FA"/>
          </a:solidFill>
          <a:ln w="12700">
            <a:solidFill>
              <a:srgbClr val="E3E7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251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120640" y="4206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AI Feedback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26280" y="48006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plus clear strengths and areas to improve after every answer.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40233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7F9FA"/>
          </a:solidFill>
          <a:ln w="12700">
            <a:solidFill>
              <a:srgbClr val="E3E7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4251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869680" y="4206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History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75320" y="48006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accounts let candidates revisit past plans and interview attempts anytime.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&amp; Interview Copilot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reliable architecture built for a 9-day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24316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205740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— fast local dev, simple static deploy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9864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24316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98648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Database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2898648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provider (e.g. Supabase) — no hand-rolled authentication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39896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24316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39896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3739896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with structured JSON prompts for gap analysis, prep plans, and feedback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81144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2431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8114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4581144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Curated, tagged content — semi-dynamic selection, not free-form generation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22392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24316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42239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5422392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hosting on a platform already proven in prior projects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&amp; Interview Copilot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DISCIPLINE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scoped to actually 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 v1.0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role: Software Engineer Intern
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paste resume input
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 gap report + prep plan
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mock interview, semi-dynamic questions
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AI feedback per answer
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with saved history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96596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9050">
            <a:solidFill>
              <a:srgbClr val="D8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194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Deferred to v1.1+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69748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behavioral interview practice
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/ executable code editor
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target roles
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dynamic AI-generated questions
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resume parsing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&amp; Interview Copilot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grows from 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Behavioral Practice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4688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interview track covering behavioral/HR-style questions with the same feedback model.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1228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Code Editor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12280" y="24688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candidates run and test their code directly, not just have it reviewed as text.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Support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6177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SDE Intern to Data Analyst, Frontend, and other entry-level tracks.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4206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1228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Question Generation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12280" y="46177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 curated bank to fully AI-generated, role-specific questions at scale.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&amp; Interview Copilot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candidate deserves to walk into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first technical interview prepared —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guessing.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&amp; Interview Copilot turns a single resume into a personalized, honest, and continuously improving preparation journey — starting with SDE internships, and built to grow from there.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|  10-Day Capstone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2026-08-23T03:51:38Z</dcterms:created>
  <dcterms:modified xsi:type="dcterms:W3CDTF">2026-08-23T03:51:38Z</dcterms:modified>
</cp:coreProperties>
</file>